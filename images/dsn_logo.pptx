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13"/>
  </p:normalViewPr>
  <p:slideViewPr>
    <p:cSldViewPr snapToGrid="0">
      <p:cViewPr varScale="1">
        <p:scale>
          <a:sx n="119" d="100"/>
          <a:sy n="11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E44C-8707-CFA0-F784-EBF1AEABE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C8470-3F8C-0F32-5B4A-6074C0774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888A-9787-5BF0-9AE0-B35712249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69A12-BCB3-9AD7-972F-C41B60486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25E14-112C-EFF2-2794-5535F3174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6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58B1-C735-329E-0290-AB4F7D83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2C5D-A4B2-ADF5-3AE5-FF3784351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4DCD5-DE77-0660-F965-0F73432F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954F6-7774-F5D1-8E8C-B0D6B727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D1FEB-81EF-DAA0-8BA6-1E21B98F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61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811C-3CB6-7723-EFDF-0A2CEF6E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11DC-8E5B-6856-2DDB-4F040B17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0B10C-566D-E9E3-5AA1-EBE52353B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05B7A-03BD-60B6-D3CB-D1D4FDB0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A2A61-BF23-85DF-B025-64590C9A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40A6-4524-CD09-3C13-34BE7AD3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0548B-8C79-6DEB-372D-81CD936B6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BE25B-B7CC-AE85-4785-8A66CC722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629C0-BBE8-59FF-56E0-DF73D7C4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A5C76-2959-5769-8AEE-FA3407F1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07C57-32B4-C05D-12A5-B1A47594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70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1A63-7FD6-7978-EECA-0F7259E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696F2-D9C6-3080-EF11-90DA55E62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C6972-0FF7-6E26-6A2D-AC8F2AAB6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A72F5-6E55-0130-045C-7E2ADCF12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3110B6-0D58-8161-42FC-ABD79011E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22F1E-22A0-DFEF-EA0A-77DCAA24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CD4AD0-3E29-D4A7-A295-13D0366B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B7691-53A0-B914-23B1-A94E20B2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9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D03C-742E-0BA0-89F9-C66F30F1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D98CF-BBC9-33E0-1242-CCC18F239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B5176-082E-ECD2-3A04-D750F657B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C0D68-F016-05C9-0E15-49D9DC3F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14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D324E-3CD5-B828-78EF-BC8A36DC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CAAEE-AF3D-068A-E43A-3C242498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385BA-1449-F49F-97FC-E73B312F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2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CD41E-D880-5A24-8249-FBDF370B5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B861-AF77-B07B-9371-FEC3C6256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B6F29-57BE-8B64-AF30-2FA72644F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45FF7-7127-396F-DB9D-74EBDBB8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75B35-D81E-EB7A-D4DE-9F712A72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10552-B223-3EFB-23A7-036B0060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4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523D-2564-EB8F-A031-CF4711289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D3EC3-4A37-9D58-7BF6-B2D0BD5FF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A2988-4F91-E087-7B59-F118BF99D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272A6-0D76-07DA-5ABF-AF73ED04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2CC95-88B5-D8EC-8C8F-47E0ECC3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5B5CB-15A0-7660-F4ED-A590B581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04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3CDC-D8ED-572B-14FF-3937BFF6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D47DA-EA58-3BA5-C4F0-16169DC0D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9694-E854-B7D6-F6D6-3BFDAE41A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0F243-B66E-0520-3F55-1B4BB4B2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69227-A83E-87D1-E936-09A8F71B5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44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C88C81-0EA0-1D8E-6225-C7BF06491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E3162-BD86-861B-2ED6-866F2A12F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C9F99-D238-F67C-DB68-4589D42F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0C740-DF4C-31D0-2C54-89417ECF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0B3A9-4380-9ED7-AC9F-80F84C78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8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30FA6F-89B9-D58A-F210-100FF774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B0D02-443A-3BDC-4DE0-8C4024AA0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8D4C8-055B-5F06-DD98-E839FC113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C25EE-AC2D-F540-A204-C54386362D71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5C4C5-CCB6-473A-81C8-39B3FA71E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12D96-B007-188C-7BD0-6827A998B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5189E-0A7B-3249-BF4A-0E426790D9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BCB78FB-3311-2C71-2BDA-CF8C39A796FF}"/>
              </a:ext>
            </a:extLst>
          </p:cNvPr>
          <p:cNvGrpSpPr/>
          <p:nvPr/>
        </p:nvGrpSpPr>
        <p:grpSpPr>
          <a:xfrm>
            <a:off x="3213100" y="1187450"/>
            <a:ext cx="5765800" cy="4940096"/>
            <a:chOff x="3213100" y="1187450"/>
            <a:chExt cx="5765800" cy="4940096"/>
          </a:xfrm>
        </p:grpSpPr>
        <p:pic>
          <p:nvPicPr>
            <p:cNvPr id="5" name="Picture 4" descr="A blue cube with white letters and a logo&#10;&#10;Description automatically generated">
              <a:extLst>
                <a:ext uri="{FF2B5EF4-FFF2-40B4-BE49-F238E27FC236}">
                  <a16:creationId xmlns:a16="http://schemas.microsoft.com/office/drawing/2014/main" id="{7D30EE9C-7D42-CA21-BD11-4793319C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3100" y="1187450"/>
              <a:ext cx="5765800" cy="44831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B68822-4367-20AA-7AB9-E0A73C4F1EA9}"/>
                </a:ext>
              </a:extLst>
            </p:cNvPr>
            <p:cNvSpPr txBox="1"/>
            <p:nvPr/>
          </p:nvSpPr>
          <p:spPr>
            <a:xfrm>
              <a:off x="3213100" y="2847710"/>
              <a:ext cx="1727939" cy="2754600"/>
            </a:xfrm>
            <a:prstGeom prst="rect">
              <a:avLst/>
            </a:prstGeom>
            <a:noFill/>
            <a:scene3d>
              <a:camera prst="isometricLeftDown">
                <a:rot lat="2400000" lon="15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3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A758DA-2AB3-11FB-94D9-65DADBA0748B}"/>
                </a:ext>
              </a:extLst>
            </p:cNvPr>
            <p:cNvSpPr txBox="1"/>
            <p:nvPr/>
          </p:nvSpPr>
          <p:spPr>
            <a:xfrm>
              <a:off x="4662038" y="3265224"/>
              <a:ext cx="1727939" cy="2862322"/>
            </a:xfrm>
            <a:prstGeom prst="rect">
              <a:avLst/>
            </a:prstGeom>
            <a:noFill/>
            <a:scene3d>
              <a:camera prst="isometricLeftDown">
                <a:rot lat="2400000" lon="15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5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C1125D-9989-A839-5EC4-03C33C8F751D}"/>
                </a:ext>
              </a:extLst>
            </p:cNvPr>
            <p:cNvSpPr txBox="1"/>
            <p:nvPr/>
          </p:nvSpPr>
          <p:spPr>
            <a:xfrm>
              <a:off x="6138272" y="3199771"/>
              <a:ext cx="1727939" cy="2754600"/>
            </a:xfrm>
            <a:prstGeom prst="rect">
              <a:avLst/>
            </a:prstGeom>
            <a:noFill/>
            <a:scene3d>
              <a:camera prst="isometricLeftDown">
                <a:rot lat="2400000" lon="201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3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40E6B1-BCBF-DC29-2A9D-7653D003FAB3}"/>
                </a:ext>
              </a:extLst>
            </p:cNvPr>
            <p:cNvSpPr txBox="1"/>
            <p:nvPr/>
          </p:nvSpPr>
          <p:spPr>
            <a:xfrm>
              <a:off x="7599531" y="2794281"/>
              <a:ext cx="1335754" cy="2785378"/>
            </a:xfrm>
            <a:prstGeom prst="rect">
              <a:avLst/>
            </a:prstGeom>
            <a:noFill/>
            <a:scene3d>
              <a:camera prst="isometricLeftDown">
                <a:rot lat="2400000" lon="20100000" rev="0"/>
              </a:camera>
              <a:lightRig rig="threePt" dir="t"/>
            </a:scene3d>
            <a:sp3d/>
          </p:spPr>
          <p:txBody>
            <a:bodyPr wrap="square" rtlCol="0">
              <a:spAutoFit/>
            </a:bodyPr>
            <a:lstStyle/>
            <a:p>
              <a:r>
                <a:rPr lang="en-US" sz="17500" b="1" dirty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6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EA76BC-3194-6298-6F7C-0E78A8C8E0C3}"/>
              </a:ext>
            </a:extLst>
          </p:cNvPr>
          <p:cNvCxnSpPr/>
          <p:nvPr/>
        </p:nvCxnSpPr>
        <p:spPr>
          <a:xfrm>
            <a:off x="2047164" y="4194930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732794-F7FB-6813-E92E-176246B22AFC}"/>
              </a:ext>
            </a:extLst>
          </p:cNvPr>
          <p:cNvCxnSpPr>
            <a:cxnSpLocks/>
          </p:cNvCxnSpPr>
          <p:nvPr/>
        </p:nvCxnSpPr>
        <p:spPr>
          <a:xfrm flipH="1">
            <a:off x="4592471" y="4092239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F62F42-6987-E1A3-B8D9-AEBDE8DBE556}"/>
              </a:ext>
            </a:extLst>
          </p:cNvPr>
          <p:cNvCxnSpPr/>
          <p:nvPr/>
        </p:nvCxnSpPr>
        <p:spPr>
          <a:xfrm>
            <a:off x="2344280" y="3174944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8F524F-AD93-883B-7CBC-77A3803FAE21}"/>
              </a:ext>
            </a:extLst>
          </p:cNvPr>
          <p:cNvCxnSpPr>
            <a:cxnSpLocks/>
          </p:cNvCxnSpPr>
          <p:nvPr/>
        </p:nvCxnSpPr>
        <p:spPr>
          <a:xfrm flipH="1">
            <a:off x="4662038" y="2960169"/>
            <a:ext cx="5923128" cy="1796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834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</Words>
  <Application>Microsoft Macintosh PowerPoint</Application>
  <PresentationFormat>Ecrã Panorâmico</PresentationFormat>
  <Paragraphs>4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 Neue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 Hong</dc:creator>
  <cp:lastModifiedBy>José Alexandre D'Abruzzo Pereira</cp:lastModifiedBy>
  <cp:revision>4</cp:revision>
  <dcterms:created xsi:type="dcterms:W3CDTF">2024-05-09T08:16:16Z</dcterms:created>
  <dcterms:modified xsi:type="dcterms:W3CDTF">2025-06-13T13:27:46Z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2025-05-12T10:09:26Z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9803818e-273a-43ab-acdd-38dc6ef7d8e2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50, 3, 0, 1</vt:lpwstr>
  </property>
</Properties>
</file>